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9F46E-302B-6F4A-BA64-CBD9BA750DBE}" v="7" dt="2026-08-27T19:02:04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 SIH26134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Problem Statement Title- AI Skill Development &amp; Job-Market Intelligence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Team Name- Fantastic Six (Registered on portal)</a:t>
            </a:r>
            <a:endParaRPr lang="en-I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SkillSync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>
                <a:latin typeface="Arial" pitchFamily="34" charset="0"/>
                <a:cs typeface="Arial" pitchFamily="34" charset="0"/>
              </a:rPr>
              <a:t>SkillSync AI is an AI/ML platform that continuously mines live job postings, industry reports and labour-market data to identify real-time in-demand skills, and maps them against NSQF-aligned curricula of ITIs, NSDC/PMKVY centers and universities to auto-generate skill-gap dashboards and personalized upskilling paths.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>
                <a:latin typeface="Arial" pitchFamily="34" charset="0"/>
                <a:cs typeface="Arial" pitchFamily="34" charset="0"/>
              </a:rPr>
              <a:t>It closes the disconnect between training curricula and industry requirements using NLP-based skill extraction, a taxonomy-mapping engine and predictive analytics – replacing slow, periodic curriculum reviews with continuous, data-driven alignment.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>
                <a:latin typeface="Arial" pitchFamily="34" charset="0"/>
                <a:cs typeface="Arial" pitchFamily="34" charset="0"/>
              </a:rPr>
              <a:t>Innovation: real-time multi-source signal ingestion, explainable skill-gap scoring, adaptive multilingual recommendations for Tier-2/3 India, and a closed feedback loop connecting policymakers, training providers, employers and learners on one platform.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Fantastic Six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>
                <a:latin typeface="Arial" pitchFamily="34" charset="0"/>
                <a:cs typeface="Arial" pitchFamily="34" charset="0"/>
              </a:rPr>
              <a:t>Technologies: Python &amp; NLP (spaCy/BERT) for skill extraction, React/Next.js frontend, Node.js/Django backend, PostgreSQL + Elasticsearch skills database, REST/GraphQL APIs, Power BI/D3.js dashboards; deployed on AWS/Azure using Docker &amp; Kubernetes.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>
                <a:latin typeface="Arial" pitchFamily="34" charset="0"/>
                <a:cs typeface="Arial" pitchFamily="34" charset="0"/>
              </a:rPr>
              <a:t>Methodology (flow): Data ingestion from job portals, NCS &amp; industry reports → NLP-based skill/entity extraction → Mapping to NSQF/NCO skill taxonomy → Skill-gap analysis engine (demand vs. curricula) → Recommendation engine generates institute dashboards &amp; learner roadmaps → Continuous feedback loop retrains the models.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>
                <a:latin typeface="Arial" pitchFamily="34" charset="0"/>
                <a:cs typeface="Arial" pitchFamily="34" charset="0"/>
              </a:rPr>
              <a:t>Working prototype: a web dashboard demonstrating live skill-demand trends for sample job roles with curriculum skill-gap alerts and learner-facing recommendations.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Fantastic Six</a:t>
            </a:r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Feasibility: built on open, accessible data – National Career Service (NCS) portal, public job listings, NSQF/NCO taxonomies and open-source NLP models – making a working MVP achievable within the hackathon timeframe; a modular, cloud-native architecture scales from a pilot district to a national rollout.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 &amp; Risks: restricted API access to large job portals, inconsistent/unstructured posting data, fast-evolving tech-skill vocabulary, multilingual skill terms, and possible resistance from training institutes to a new data-driven review process.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Strategies: partner with NCS/NSDC for authorized data feeds and fall back on compliant web scraping and public datasets; use active learning to keep the skill taxonomy current; pilot with a small set of ITIs before scaling; build a simple, gamified institute dashboard to drive adoption</a:t>
            </a:r>
            <a:r>
              <a:rPr kumimoji="0" lang="en-US" sz="16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; and schedule automated model-retraining cycles to stay current with fast-changing skills.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Fantastic Six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Target-audience impact: skill development bodies (MSDE, NSDC, ITIs) get real-time curriculum-gap alerts instead of multi-year review cycles; students and job seekers, especially in Tier-2/3 India, get personalized, industry-aligned upskilling roadmaps; employers gain access to a more job-ready talent pool.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reduced youth unemployment and skill mismatch, more inclusive career guidance for underserved regions through multilingual support. Economic: lower hiring and re-training costs for industry, faster workforce absorption into emerging sectors (AI, green energy, EVs). Environmental: digital-first career counselling cuts paper use and travel for outreach. Policy: a live, evidence-based dashboard to redesign courses and allocate training budgets where demand is genuinely growing.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Fantastic Six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National Career Service (NCS) Portal – Ministry of Labour &amp; Employment, Government of India (ncs.gov.in)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National Skills Qualification Framework (NSQF) – Ministry of Skill Development &amp; Entrepreneurship (MSDE)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NSDC Skill Gap and Annual Reports, 2023–2025 – National Skill Development Corporation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World Economic Forum, Future of Jobs Report 2025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Coursera Job Skills Report 2026 – enterprise learner skill-trend data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O*NET Occupational Database, U.S. Department of Labor – reference skill-taxonomy design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Published literature on NLP-based job-posting skill extraction and labour-market intelligence systems (IEEE / arXiv)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Fantastic Six</a:t>
            </a:r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3</cp:revision>
  <dcterms:created xsi:type="dcterms:W3CDTF">2013-12-12T18:46:50Z</dcterms:created>
  <dcterms:modified xsi:type="dcterms:W3CDTF">2026-08-27T19:04:16Z</dcterms:modified>
  <cp:category/>
</cp:coreProperties>
</file>